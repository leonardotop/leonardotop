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5F8FC"/>
                </a:solidFill>
                <a:latin typeface="Aptos"/>
              </a:rPr>
              <a:t>AtlasGuard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Linux-native ML observability + explainable runtime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Candidate engineering portfolio tailored to Canonical, SurveyMonkey and Sysdig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Leonardo Rosati - BSc Computer Science, University of Bologna (expected 2027)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Python • C/C++ • Java • Linux • Docker • FastAPI • ML evaluation • security tooling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6 tests passing • Python 3.11/3.12 CI • Docker build • PSI drift demo • explainable runtime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What I built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Observe - Linux host telemetry + inference telemetry enter a typed FastAPI contract.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Detect - PSI flags model-feature distribution shift; deterministic rules flag runtime anomalies.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Operate - Prometheus metrics, bounded state, failure-tolerant agent loop and reproducible demos.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Validation: 6 tests passing • PSI 7.83 after shift • 5 runtime findings • 2 Python versions in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Linux agent -&gt; typed telemetry contract -&gt; FastAPI control 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Inference service -&gt; latency / feature signal -&gt; drift detector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Runtime events -&gt; explainable rule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Control plane -&gt; bounded event store + Prometheus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Engineering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Bounded - bounded deques instead of unbounded in-memory accumulation.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Resilient - network failures do not terminate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Least privilege - non-root container, no added capabilities, read-only filesystem.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Explainable - stable rule IDs + human reasons; PSI is reproducible math.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Privacy-aware - metadata / numeric features, not raw prompts or user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166359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76088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Honest - eBPF, durable storage and distributed scale are roadmap items, not claimed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Canonical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Target: Graduate Software Engineer - Open Source &amp; Linux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Linux agent + systemd unit + container hardening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Typed Python modules, bounded state and failure-tolerant sender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CLI, quick-start, threat model and reproducible CI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Discussion: Ubuntu packaging, journald, profiling under load and upstream-friendly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Canonical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24 seconds - Linux, validation, resilience and least privilege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Standalone video: videos/AtlasGuard_Canonical_Demo.mp4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SurveyMonkey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Target: Machine Learning Engineer - Italy / Remote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Model/service telemetry contract decoupled from model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PSI baseline + rolling window surfaces statistical distribution shift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Prometheus latency + drift + system health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Discussion: a model can degrade while the API remains healthy, so monitoring should be model-agnostic.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Actual ML drift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Reference window vs shifted production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PSI = 7.83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Threshold = 0.20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Result: DRIFTED = TRUE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The API remains healthy; the model-reliability signal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SurveyMonkey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24 seconds - telemetry, PSI and Prometheus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Standalone video: videos/AtlasGuard_SurveyMonkey_Demo.mp4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Sysdig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Target: Junior AI &amp; Product Enablement Specialist - Italy / Remote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Docker/Python lab with repeatable normal + suspicious scenarios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Architecture + threat model + explicit non-goals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Linux/container runtime events with explainable 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Discussion: build the lab, explain each finding, then swap synthetic events for Falco/eBPF collection.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Sysdig-style hands-on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1 Start - control plane +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2 Observe - normal telemetry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3 Trigger - root shell / port 4444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4 Explain - rule -&gt; fields -&gt; 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5 Extend - swap in Falco/eBPF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Sysdig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24 seconds - runtime event -&gt; explainable finding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Standalone video: videos/AtlasGuard_Sysdig_Demo.mp4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What AtlasGuard does not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Not eBPF yet - runtime events are currently user-space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Not distributed storage - bounded in-memory state is deliberate for a reviewable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Not cloud-scale ML - this demonstrates platform mechanics, not AWS/Kafka/EKS/SageMaker production tenure.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The code tells the same story as the CV; roadmap items stay labeled as roadmap.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What I would build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Canonical: Debian/Ubuntu packaging, journald, profiling, upstream workflow, Ubuntu integration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822960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SurveyMonkey: per-feature baselines, online evaluation, durable storage, OpenTelemetry, Kubernetes, SLO/load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6324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72968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Sysdig: Falco adapter, eBPF source, Kubernetes lab, workshop courseware, false-positive tuning exercise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Why I am showing you this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I am early-career, so I want the work to be inspectable.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AtlasGuard - ML observability + runtime security control plane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polyglot-alpha-beta-arena - algorithms + C++ autodiff + Java DQN + multi-language alpha-beta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Private R&amp;D - HypoWeb scientific reasoning • IncidentLens defensive security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98264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The goal is not to look senior on paper. The goal is to show evidence of how I think as an engineer.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8FC"/>
                </a:solidFill>
                <a:latin typeface="Aptos"/>
              </a:rPr>
              <a:t>Links, demos and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GitHub: github.com/lEoNardoToP/lEoNardoToP/tree/main/projects/atlasguard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93976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LinkedIn: linkedin.com/in/leonardo-rosati-97b863273/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62072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Email: leonardo.rosati@icloud.com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30168"/>
            <a:ext cx="10835640" cy="621792"/>
          </a:xfrm>
          <a:prstGeom prst="roundRect">
            <a:avLst/>
          </a:prstGeom>
          <a:solidFill>
            <a:srgbClr val="141F33"/>
          </a:solidFill>
          <a:ln>
            <a:solidFill>
              <a:srgbClr val="253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39896"/>
            <a:ext cx="10241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F8FC"/>
                </a:solidFill>
                <a:latin typeface="Aptos"/>
              </a:rPr>
              <a:t>Prepared 6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BB8CC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